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6858000" type="screen4x3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115" d="100"/>
          <a:sy n="115" d="100"/>
        </p:scale>
        <p:origin x="-1524" y="-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 smtClean="0"/>
              <a:t>Clique para editar o estilo do subtítulo mestre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A1F30-F95D-4DBA-A846-05E0F2078B9C}" type="datetimeFigureOut">
              <a:rPr lang="pt-BR" smtClean="0"/>
              <a:t>01/03/2026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DB953A-E3D2-443A-9BB9-CD5B2DA73B9D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A1F30-F95D-4DBA-A846-05E0F2078B9C}" type="datetimeFigureOut">
              <a:rPr lang="pt-BR" smtClean="0"/>
              <a:t>01/03/2026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DB953A-E3D2-443A-9BB9-CD5B2DA73B9D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Clique para editar os estilos do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A1F30-F95D-4DBA-A846-05E0F2078B9C}" type="datetimeFigureOut">
              <a:rPr lang="pt-BR" smtClean="0"/>
              <a:t>01/03/2026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DB953A-E3D2-443A-9BB9-CD5B2DA73B9D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A1F30-F95D-4DBA-A846-05E0F2078B9C}" type="datetimeFigureOut">
              <a:rPr lang="pt-BR" smtClean="0"/>
              <a:t>01/03/2026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DB953A-E3D2-443A-9BB9-CD5B2DA73B9D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A1F30-F95D-4DBA-A846-05E0F2078B9C}" type="datetimeFigureOut">
              <a:rPr lang="pt-BR" smtClean="0"/>
              <a:t>01/03/2026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DB953A-E3D2-443A-9BB9-CD5B2DA73B9D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A1F30-F95D-4DBA-A846-05E0F2078B9C}" type="datetimeFigureOut">
              <a:rPr lang="pt-BR" smtClean="0"/>
              <a:t>01/03/2026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DB953A-E3D2-443A-9BB9-CD5B2DA73B9D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A1F30-F95D-4DBA-A846-05E0F2078B9C}" type="datetimeFigureOut">
              <a:rPr lang="pt-BR" smtClean="0"/>
              <a:t>01/03/2026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DB953A-E3D2-443A-9BB9-CD5B2DA73B9D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A1F30-F95D-4DBA-A846-05E0F2078B9C}" type="datetimeFigureOut">
              <a:rPr lang="pt-BR" smtClean="0"/>
              <a:t>01/03/2026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DB953A-E3D2-443A-9BB9-CD5B2DA73B9D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A1F30-F95D-4DBA-A846-05E0F2078B9C}" type="datetimeFigureOut">
              <a:rPr lang="pt-BR" smtClean="0"/>
              <a:t>01/03/2026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DB953A-E3D2-443A-9BB9-CD5B2DA73B9D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A1F30-F95D-4DBA-A846-05E0F2078B9C}" type="datetimeFigureOut">
              <a:rPr lang="pt-BR" smtClean="0"/>
              <a:t>01/03/2026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DB953A-E3D2-443A-9BB9-CD5B2DA73B9D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A1F30-F95D-4DBA-A846-05E0F2078B9C}" type="datetimeFigureOut">
              <a:rPr lang="pt-BR" smtClean="0"/>
              <a:t>01/03/2026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DB953A-E3D2-443A-9BB9-CD5B2DA73B9D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ítulo e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A1F30-F95D-4DBA-A846-05E0F2078B9C}" type="datetimeFigureOut">
              <a:rPr lang="pt-BR" smtClean="0"/>
              <a:t>01/03/2026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DB953A-E3D2-443A-9BB9-CD5B2DA73B9D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0A1F30-F95D-4DBA-A846-05E0F2078B9C}" type="datetimeFigureOut">
              <a:rPr lang="pt-BR" smtClean="0"/>
              <a:t>01/03/2026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EDB953A-E3D2-443A-9BB9-CD5B2DA73B9D}" type="slidenum">
              <a:rPr lang="pt-BR" smtClean="0"/>
              <a:t>‹nº›</a:t>
            </a:fld>
            <a:endParaRPr 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smtClean="0"/>
              <a:t>Sistema de Auditoria nstech</a:t>
            </a:r>
            <a:endParaRPr lang="pt-BR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BR" smtClean="0"/>
              <a:t>Prontidao para apresentacao | Atualizado em 02/03/2026</a:t>
            </a:r>
            <a:endParaRPr lang="pt-B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Resumo Executivo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smtClean="0"/>
              <a:t>Status atual: pronto para apresentacao controlada</a:t>
            </a:r>
          </a:p>
          <a:p>
            <a:r>
              <a:rPr lang="pt-BR" smtClean="0"/>
              <a:t>Bloqueadores principais removidos</a:t>
            </a:r>
          </a:p>
          <a:p>
            <a:r>
              <a:rPr lang="pt-BR" smtClean="0"/>
              <a:t>Validacao tecnica concluida em arquitetura, testes e operacao local</a:t>
            </a:r>
          </a:p>
          <a:p>
            <a:r>
              <a:rPr lang="pt-BR" smtClean="0"/>
              <a:t>Recomendacao: apresentar com roteiro e arquivos reais separados</a:t>
            </a:r>
            <a:endParaRPr lang="pt-B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O Que Foi Corrigido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smtClean="0"/>
              <a:t>Login local ajustado para manter sessao em HTTP</a:t>
            </a:r>
          </a:p>
          <a:p>
            <a:r>
              <a:rPr lang="pt-BR" smtClean="0"/>
              <a:t>Mocks automaticos removidos do dashboard</a:t>
            </a:r>
          </a:p>
          <a:p>
            <a:r>
              <a:rPr lang="pt-BR" smtClean="0"/>
              <a:t>Autenticacao endurecida com configuracao externa de usuarios</a:t>
            </a:r>
          </a:p>
          <a:p>
            <a:r>
              <a:rPr lang="pt-BR" smtClean="0"/>
              <a:t>Lint limitado ao escopo real do app</a:t>
            </a:r>
          </a:p>
          <a:p>
            <a:r>
              <a:rPr lang="pt-BR" smtClean="0"/>
              <a:t>Testes de auth estabilizados</a:t>
            </a:r>
            <a:endParaRPr lang="pt-B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Validacoes Executadas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smtClean="0"/>
              <a:t>npm run test: frontend e backend aprovados</a:t>
            </a:r>
          </a:p>
          <a:p>
            <a:r>
              <a:rPr lang="pt-BR" smtClean="0"/>
              <a:t>npm run lint: aprovado</a:t>
            </a:r>
          </a:p>
          <a:p>
            <a:r>
              <a:rPr lang="pt-BR" smtClean="0"/>
              <a:t>npm run build: aprovado</a:t>
            </a:r>
          </a:p>
          <a:p>
            <a:r>
              <a:rPr lang="pt-BR" smtClean="0"/>
              <a:t>Smoke test local: health, frontend, login, sessao e logout aprovados</a:t>
            </a:r>
            <a:endParaRPr lang="pt-B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Arquitetura Avaliada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smtClean="0"/>
              <a:t>Frontend: React + TypeScript + Vite</a:t>
            </a:r>
          </a:p>
          <a:p>
            <a:r>
              <a:rPr lang="pt-BR" smtClean="0"/>
              <a:t>Backend: FastAPI</a:t>
            </a:r>
          </a:p>
          <a:p>
            <a:r>
              <a:rPr lang="pt-BR" smtClean="0"/>
              <a:t>Persistencia local: SQLite</a:t>
            </a:r>
          </a:p>
          <a:p>
            <a:r>
              <a:rPr lang="pt-BR" smtClean="0"/>
              <a:t>Exportacoes: Excel, PDF e Word</a:t>
            </a:r>
          </a:p>
          <a:p>
            <a:r>
              <a:rPr lang="pt-BR" smtClean="0"/>
              <a:t>Integracoes externas: Gemini e Azure/OpenAI</a:t>
            </a:r>
            <a:endParaRPr lang="pt-B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Ressalvas Restantes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smtClean="0"/>
              <a:t>Ensaiar a demo final com dados reais</a:t>
            </a:r>
          </a:p>
          <a:p>
            <a:r>
              <a:rPr lang="pt-BR" smtClean="0"/>
              <a:t>Conferir credenciais do ambiente que sera usado</a:t>
            </a:r>
          </a:p>
          <a:p>
            <a:r>
              <a:rPr lang="pt-BR" smtClean="0"/>
              <a:t>Levar roteiro curto de navegacao e contingencia</a:t>
            </a:r>
          </a:p>
          <a:p>
            <a:r>
              <a:rPr lang="pt-BR" smtClean="0"/>
              <a:t>Evitar improviso de base ou arquivos na hora da apresentacao</a:t>
            </a:r>
            <a:endParaRPr lang="pt-B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Recomendacao Final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smtClean="0"/>
              <a:t>Pode ser apresentado tecnicamente</a:t>
            </a:r>
          </a:p>
          <a:p>
            <a:r>
              <a:rPr lang="pt-BR" smtClean="0"/>
              <a:t>Preferir apresentacao controlada e previamente ensaiada</a:t>
            </a:r>
          </a:p>
          <a:p>
            <a:r>
              <a:rPr lang="pt-BR" smtClean="0"/>
              <a:t>Levar exemplos reais de auditoria e classificacao</a:t>
            </a:r>
          </a:p>
          <a:p>
            <a:r>
              <a:rPr lang="pt-BR" smtClean="0"/>
              <a:t>Usar este material como apoio executivo da demonstracao</a:t>
            </a:r>
            <a:endParaRPr lang="pt-B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200</Words>
  <Application>Microsoft Office PowerPoint</Application>
  <PresentationFormat>Apresentação na tela (4:3)</PresentationFormat>
  <Paragraphs>34</Paragraphs>
  <Slides>7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7</vt:i4>
      </vt:variant>
    </vt:vector>
  </HeadingPairs>
  <TitlesOfParts>
    <vt:vector size="8" baseType="lpstr">
      <vt:lpstr>Tema do Office</vt:lpstr>
      <vt:lpstr>Sistema de Auditoria nstech</vt:lpstr>
      <vt:lpstr>Resumo Executivo</vt:lpstr>
      <vt:lpstr>O Que Foi Corrigido</vt:lpstr>
      <vt:lpstr>Validacoes Executadas</vt:lpstr>
      <vt:lpstr>Arquitetura Avaliada</vt:lpstr>
      <vt:lpstr>Ressalvas Restantes</vt:lpstr>
      <vt:lpstr>Recomendacao Final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Sistema de Auditoria nstech</dc:title>
  <dc:creator>Lucas</dc:creator>
  <cp:lastModifiedBy>Lucas</cp:lastModifiedBy>
  <cp:revision>1</cp:revision>
  <dcterms:created xsi:type="dcterms:W3CDTF">2026-03-02T00:12:36Z</dcterms:created>
  <dcterms:modified xsi:type="dcterms:W3CDTF">2026-03-02T00:12:44Z</dcterms:modified>
</cp:coreProperties>
</file>